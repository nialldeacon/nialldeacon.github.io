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5" r:id="rId10"/>
    <p:sldId id="263" r:id="rId11"/>
    <p:sldId id="264" r:id="rId12"/>
    <p:sldId id="267" r:id="rId13"/>
    <p:sldId id="268" r:id="rId14"/>
    <p:sldId id="266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80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18"/>
  </p:normalViewPr>
  <p:slideViewPr>
    <p:cSldViewPr snapToGrid="0" snapToObjects="1" showGuides="1">
      <p:cViewPr varScale="1">
        <p:scale>
          <a:sx n="116" d="100"/>
          <a:sy n="116" d="100"/>
        </p:scale>
        <p:origin x="1536" y="184"/>
      </p:cViewPr>
      <p:guideLst>
        <p:guide orient="horz" pos="2160"/>
        <p:guide pos="18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C9897-A3F4-844A-B344-E6A9CBBF4CC2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A72D1-5C30-3544-B480-01F236944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60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an example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04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 as to scientific motivations, include credits for images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16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bad slide, too much text, bad font, bad </a:t>
            </a:r>
            <a:r>
              <a:rPr lang="en-US" dirty="0" err="1"/>
              <a:t>colours</a:t>
            </a:r>
            <a:r>
              <a:rPr lang="en-US" dirty="0"/>
              <a:t>, plots are too small, labels too small, no key, line weights too small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70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that slide into multiple slides with more context. Also make sure claims from other works are referenced.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52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Easier to read this plot, headline gives main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94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is clearer, bigger points, bigger line weight, bigger text,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48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less information has more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83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 up what you did, include contact details so people can get in touch </a:t>
            </a:r>
            <a:r>
              <a:rPr lang="en-US"/>
              <a:t>with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72D1-5C30-3544-B480-01F2369449E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88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1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18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9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4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1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7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1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2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889A0-2DB8-854E-AF53-6C5D4EBF1D3D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D5E70-44F3-FF4F-8552-36EA4687D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8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How to give a good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Niall Deacon (MPIA)</a:t>
            </a:r>
          </a:p>
        </p:txBody>
      </p:sp>
    </p:spTree>
    <p:extLst>
      <p:ext uri="{BB962C8B-B14F-4D97-AF65-F5344CB8AC3E}">
        <p14:creationId xmlns:p14="http://schemas.microsoft.com/office/powerpoint/2010/main" val="271717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8018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/>
                <a:cs typeface="Arial Black"/>
              </a:rPr>
              <a:t>What is the point of a presentation?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00250"/>
            <a:ext cx="8229600" cy="3560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rial Black"/>
                <a:cs typeface="Arial Black"/>
              </a:rPr>
              <a:t>Get information about something across to the audience</a:t>
            </a:r>
          </a:p>
        </p:txBody>
      </p:sp>
    </p:spTree>
    <p:extLst>
      <p:ext uri="{BB962C8B-B14F-4D97-AF65-F5344CB8AC3E}">
        <p14:creationId xmlns:p14="http://schemas.microsoft.com/office/powerpoint/2010/main" val="36130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8776"/>
            <a:ext cx="8229600" cy="1143000"/>
          </a:xfrm>
        </p:spPr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But</a:t>
            </a:r>
            <a:r>
              <a:rPr lang="mr-IN" dirty="0">
                <a:latin typeface="Arial Black"/>
                <a:cs typeface="Arial Black"/>
              </a:rPr>
              <a:t>…..</a:t>
            </a:r>
            <a:endParaRPr lang="en-US" dirty="0">
              <a:latin typeface="Arial Black"/>
              <a:cs typeface="Arial Black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5322"/>
            <a:ext cx="8229600" cy="3990065"/>
          </a:xfrm>
        </p:spPr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There is lots of information you could communicate</a:t>
            </a:r>
          </a:p>
          <a:p>
            <a:r>
              <a:rPr lang="en-US" dirty="0">
                <a:latin typeface="Arial Black"/>
                <a:cs typeface="Arial Black"/>
              </a:rPr>
              <a:t>The audience may not be paying attention 100%</a:t>
            </a:r>
          </a:p>
        </p:txBody>
      </p:sp>
    </p:spTree>
    <p:extLst>
      <p:ext uri="{BB962C8B-B14F-4D97-AF65-F5344CB8AC3E}">
        <p14:creationId xmlns:p14="http://schemas.microsoft.com/office/powerpoint/2010/main" val="138618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So</a:t>
            </a:r>
            <a:r>
              <a:rPr lang="mr-IN" dirty="0">
                <a:latin typeface="Arial Black"/>
                <a:cs typeface="Arial Black"/>
              </a:rPr>
              <a:t>….</a:t>
            </a:r>
            <a:endParaRPr lang="en-US" dirty="0">
              <a:latin typeface="Arial Black"/>
              <a:cs typeface="Arial Black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Tell a story</a:t>
            </a:r>
          </a:p>
          <a:p>
            <a:r>
              <a:rPr lang="en-US" dirty="0">
                <a:latin typeface="Arial Black"/>
                <a:cs typeface="Arial Black"/>
              </a:rPr>
              <a:t>Give the audience just the right amount of background to understand the presentation</a:t>
            </a:r>
          </a:p>
          <a:p>
            <a:r>
              <a:rPr lang="en-US" dirty="0">
                <a:latin typeface="Arial Black"/>
                <a:cs typeface="Arial Black"/>
              </a:rPr>
              <a:t>Keep information on slides clear and concise</a:t>
            </a:r>
          </a:p>
          <a:p>
            <a:r>
              <a:rPr lang="en-US" dirty="0">
                <a:latin typeface="Arial Black"/>
                <a:cs typeface="Arial Black"/>
              </a:rPr>
              <a:t>Talk slowly and clearly</a:t>
            </a:r>
          </a:p>
        </p:txBody>
      </p:sp>
    </p:spTree>
    <p:extLst>
      <p:ext uri="{BB962C8B-B14F-4D97-AF65-F5344CB8AC3E}">
        <p14:creationId xmlns:p14="http://schemas.microsoft.com/office/powerpoint/2010/main" val="204530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AD3F-F6B9-8B50-1584-0A18AC9C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A7E5-73D5-EEE0-E50E-AEFC5DFCF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Penguin attacks: noisy and deadly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53410-2701-631D-4E87-C05FC1BECB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Niall Deacon (MPIA)</a:t>
            </a:r>
          </a:p>
        </p:txBody>
      </p:sp>
    </p:spTree>
    <p:extLst>
      <p:ext uri="{BB962C8B-B14F-4D97-AF65-F5344CB8AC3E}">
        <p14:creationId xmlns:p14="http://schemas.microsoft.com/office/powerpoint/2010/main" val="1797141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Why should I care?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868" y="4956702"/>
            <a:ext cx="1188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/>
                <a:cs typeface="Arial"/>
              </a:rPr>
              <a:t>Credit</a:t>
            </a:r>
            <a:r>
              <a:rPr lang="en-US" sz="1200">
                <a:latin typeface="Arial"/>
                <a:cs typeface="Arial"/>
              </a:rPr>
              <a:t>: </a:t>
            </a:r>
          </a:p>
          <a:p>
            <a:r>
              <a:rPr lang="en-US" sz="1200">
                <a:latin typeface="Arial"/>
                <a:cs typeface="Arial"/>
              </a:rPr>
              <a:t>Neil </a:t>
            </a:r>
            <a:r>
              <a:rPr lang="en-US" sz="1200" dirty="0">
                <a:latin typeface="Arial"/>
                <a:cs typeface="Arial"/>
              </a:rPr>
              <a:t>Turner; License: CC-BY-SA-2.0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113" y="5787698"/>
            <a:ext cx="7167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 Black"/>
                <a:cs typeface="Arial Black"/>
              </a:rPr>
              <a:t>People being attacked by penguins is bad</a:t>
            </a:r>
          </a:p>
        </p:txBody>
      </p:sp>
      <p:pic>
        <p:nvPicPr>
          <p:cNvPr id="9" name="Picture 8" descr="28562594468_5aef1cfd95_c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73" y="1322227"/>
            <a:ext cx="6702395" cy="44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7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CFFCC"/>
                </a:solidFill>
                <a:latin typeface="Comic Sans MS"/>
                <a:cs typeface="Comic Sans MS"/>
              </a:rPr>
              <a:t>Penguin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700" dirty="0">
                <a:solidFill>
                  <a:schemeClr val="accent6"/>
                </a:solidFill>
                <a:latin typeface="Comic Sans MS"/>
                <a:cs typeface="Comic Sans MS"/>
              </a:rPr>
              <a:t>Penguins are not naturally aggressive towards humans but will attack with increasing perception of substantial threat increase (Kaiser et al., 2002)</a:t>
            </a:r>
          </a:p>
          <a:p>
            <a:r>
              <a:rPr lang="en-US" sz="1700" dirty="0">
                <a:solidFill>
                  <a:schemeClr val="accent6"/>
                </a:solidFill>
                <a:latin typeface="Comic Sans MS"/>
                <a:cs typeface="Comic Sans MS"/>
              </a:rPr>
              <a:t>No penguin has ever killed a human although this leaves open the possibility of attacks missing from the historical record (</a:t>
            </a:r>
            <a:r>
              <a:rPr lang="en-US" sz="1700" dirty="0" err="1">
                <a:solidFill>
                  <a:schemeClr val="accent6"/>
                </a:solidFill>
                <a:latin typeface="Comic Sans MS"/>
                <a:cs typeface="Comic Sans MS"/>
              </a:rPr>
              <a:t>Adelie</a:t>
            </a:r>
            <a:r>
              <a:rPr lang="en-US" sz="1700" dirty="0">
                <a:solidFill>
                  <a:schemeClr val="accent6"/>
                </a:solidFill>
                <a:latin typeface="Comic Sans MS"/>
                <a:cs typeface="Comic Sans MS"/>
              </a:rPr>
              <a:t> &amp; Humboldt, 2019)</a:t>
            </a:r>
          </a:p>
          <a:p>
            <a:r>
              <a:rPr lang="en-US" sz="1700" dirty="0">
                <a:solidFill>
                  <a:schemeClr val="accent6"/>
                </a:solidFill>
                <a:latin typeface="Comic Sans MS"/>
                <a:cs typeface="Comic Sans MS"/>
              </a:rPr>
              <a:t>Habitat destruction will increase the frequency of human-penguin interactions which may increase the frequency of penguin attacks on humans (Macaroni &amp; Rey, 2010)</a:t>
            </a:r>
          </a:p>
          <a:p>
            <a:r>
              <a:rPr lang="en-US" sz="1700" dirty="0">
                <a:solidFill>
                  <a:schemeClr val="accent6"/>
                </a:solidFill>
                <a:latin typeface="Comic Sans MS"/>
                <a:cs typeface="Comic Sans MS"/>
              </a:rPr>
              <a:t>We used a citizen science project to count penguin attacks</a:t>
            </a:r>
          </a:p>
          <a:p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 descr="example_map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50" y="4217973"/>
            <a:ext cx="4301854" cy="2419793"/>
          </a:xfrm>
          <a:prstGeom prst="rect">
            <a:avLst/>
          </a:prstGeom>
        </p:spPr>
      </p:pic>
      <p:pic>
        <p:nvPicPr>
          <p:cNvPr id="5" name="Picture 4" descr="example_scatter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204" y="3859597"/>
            <a:ext cx="4589796" cy="30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68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Penguin attacks are rare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70235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800" dirty="0">
                <a:latin typeface="Arial Black"/>
                <a:cs typeface="Arial Black"/>
              </a:rPr>
              <a:t>Penguins are not naturally aggressive towards humans but may attack when threatened (Kaiser et al., 2002)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Arial Black"/>
                <a:cs typeface="Arial Black"/>
              </a:rPr>
              <a:t>No recorded instances of fatal penguin attacks (</a:t>
            </a:r>
            <a:r>
              <a:rPr lang="en-US" sz="2800" dirty="0" err="1">
                <a:latin typeface="Arial Black"/>
                <a:cs typeface="Arial Black"/>
              </a:rPr>
              <a:t>Adelie</a:t>
            </a:r>
            <a:r>
              <a:rPr lang="en-US" sz="2800" dirty="0">
                <a:latin typeface="Arial Black"/>
                <a:cs typeface="Arial Black"/>
              </a:rPr>
              <a:t> &amp; Humboldt, 2019)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Arial Black"/>
                <a:cs typeface="Arial Black"/>
              </a:rPr>
              <a:t>Habitat destruction will increase human-penguin interactions, and possibly attacks (Macaroni &amp; Rey, 2010)</a:t>
            </a:r>
          </a:p>
          <a:p>
            <a:endParaRPr lang="en-US" dirty="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96829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/>
                <a:cs typeface="Arial Black"/>
              </a:rPr>
              <a:t>Quantifying penguin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13384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Arial Black"/>
                <a:cs typeface="Arial Black"/>
              </a:rPr>
              <a:t>We asked citizen scientists to search through logs from 1500 recent Antarctic expeditions</a:t>
            </a:r>
          </a:p>
          <a:p>
            <a:r>
              <a:rPr lang="en-US" dirty="0">
                <a:latin typeface="Arial Black"/>
                <a:cs typeface="Arial Black"/>
              </a:rPr>
              <a:t>2510 volunteers found 183 possible attacks</a:t>
            </a:r>
          </a:p>
          <a:p>
            <a:r>
              <a:rPr lang="en-US" dirty="0">
                <a:latin typeface="Arial Black"/>
                <a:cs typeface="Arial Black"/>
              </a:rPr>
              <a:t>After review we determined that 157 attacks took place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HMS_Dolphin_-_Log_Book_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55"/>
          <a:stretch/>
        </p:blipFill>
        <p:spPr>
          <a:xfrm>
            <a:off x="5080284" y="1417637"/>
            <a:ext cx="3442147" cy="51176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7177" y="6550223"/>
            <a:ext cx="30352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/>
                <a:cs typeface="Arial"/>
              </a:rPr>
              <a:t>Credit: </a:t>
            </a:r>
            <a:r>
              <a:rPr lang="en-GB" sz="1400" dirty="0"/>
              <a:t>Joseph Manley/</a:t>
            </a:r>
            <a:r>
              <a:rPr lang="en-US" sz="1400" dirty="0" err="1">
                <a:latin typeface="Arial"/>
                <a:cs typeface="Arial"/>
              </a:rPr>
              <a:t>Wikicommons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377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/>
                <a:cs typeface="Arial Black"/>
              </a:rPr>
              <a:t>Danger highest in Antarctica</a:t>
            </a:r>
          </a:p>
        </p:txBody>
      </p:sp>
      <p:pic>
        <p:nvPicPr>
          <p:cNvPr id="4" name="Picture 3" descr="example_map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35" y="1633582"/>
            <a:ext cx="86868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37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 Black"/>
                <a:cs typeface="Arial Black"/>
              </a:rPr>
              <a:t>Attacks increasing with time</a:t>
            </a:r>
          </a:p>
        </p:txBody>
      </p:sp>
      <p:pic>
        <p:nvPicPr>
          <p:cNvPr id="5" name="Picture 4" descr="example_scatter_bett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71795"/>
            <a:ext cx="8229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7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What are slides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To complement what you are saying</a:t>
            </a:r>
          </a:p>
          <a:p>
            <a:r>
              <a:rPr lang="en-US" dirty="0">
                <a:latin typeface="Arial Black"/>
                <a:cs typeface="Arial Black"/>
              </a:rPr>
              <a:t>To provide information you can’t communicate orally</a:t>
            </a:r>
          </a:p>
          <a:p>
            <a:r>
              <a:rPr lang="en-US" dirty="0">
                <a:latin typeface="Arial Black"/>
                <a:cs typeface="Arial Black"/>
              </a:rPr>
              <a:t>To give people who zone out a point to get back in to the flow of your talk </a:t>
            </a:r>
          </a:p>
        </p:txBody>
      </p:sp>
    </p:spTree>
    <p:extLst>
      <p:ext uri="{BB962C8B-B14F-4D97-AF65-F5344CB8AC3E}">
        <p14:creationId xmlns:p14="http://schemas.microsoft.com/office/powerpoint/2010/main" val="66330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What should slides 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Arial Black"/>
                <a:cs typeface="Arial Black"/>
              </a:rPr>
              <a:t>At most three bullet points</a:t>
            </a:r>
          </a:p>
          <a:p>
            <a:pPr marL="0" indent="0" algn="ctr">
              <a:buNone/>
            </a:pPr>
            <a:r>
              <a:rPr lang="en-US" b="1" dirty="0">
                <a:latin typeface="Arial Black"/>
                <a:cs typeface="Arial Black"/>
              </a:rPr>
              <a:t>OR</a:t>
            </a:r>
          </a:p>
          <a:p>
            <a:pPr marL="0" indent="0" algn="ctr">
              <a:buNone/>
            </a:pPr>
            <a:r>
              <a:rPr lang="en-US" dirty="0">
                <a:latin typeface="Arial Black"/>
                <a:cs typeface="Arial Black"/>
              </a:rPr>
              <a:t>One plot (possibly two if really needed)</a:t>
            </a:r>
          </a:p>
        </p:txBody>
      </p:sp>
    </p:spTree>
    <p:extLst>
      <p:ext uri="{BB962C8B-B14F-4D97-AF65-F5344CB8AC3E}">
        <p14:creationId xmlns:p14="http://schemas.microsoft.com/office/powerpoint/2010/main" val="3346534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evejobsslide2bsongs_thumb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6232" y="-21525"/>
            <a:ext cx="12796838" cy="703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19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What should slides 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Can add annotations/credit/references to plots</a:t>
            </a:r>
          </a:p>
          <a:p>
            <a:r>
              <a:rPr lang="en-US" dirty="0">
                <a:latin typeface="Arial Black"/>
                <a:cs typeface="Arial Black"/>
              </a:rPr>
              <a:t>Always add credits for images you didn’t make yourself, including licenses for everything that isn’t public domain</a:t>
            </a:r>
          </a:p>
          <a:p>
            <a:endParaRPr lang="en-US" dirty="0">
              <a:latin typeface="Arial Black"/>
              <a:cs typeface="Arial Black"/>
            </a:endParaRPr>
          </a:p>
          <a:p>
            <a:pPr marL="0" indent="0">
              <a:buNone/>
            </a:pPr>
            <a:endParaRPr lang="en-US" dirty="0">
              <a:latin typeface="Arial Black"/>
              <a:cs typeface="Arial Black"/>
            </a:endParaRPr>
          </a:p>
          <a:p>
            <a:endParaRPr lang="en-US" dirty="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835660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In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rial Black"/>
              </a:rPr>
              <a:t>We studied ships logs to identify previously unknown penguin attacks</a:t>
            </a:r>
          </a:p>
          <a:p>
            <a:r>
              <a:rPr lang="en-US" dirty="0">
                <a:latin typeface="Arial Black"/>
                <a:cs typeface="Arial Black"/>
              </a:rPr>
              <a:t>Penguin attacks are increasing over time</a:t>
            </a:r>
          </a:p>
          <a:p>
            <a:r>
              <a:rPr lang="en-US" dirty="0">
                <a:latin typeface="Arial Black"/>
                <a:cs typeface="Arial Black"/>
              </a:rPr>
              <a:t>This trend needs to be monitored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60461" y="6327978"/>
            <a:ext cx="343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/>
                <a:cs typeface="Arial Black"/>
              </a:rPr>
              <a:t>Contact: </a:t>
            </a:r>
            <a:r>
              <a:rPr lang="en-US" dirty="0" err="1">
                <a:latin typeface="Arial Black"/>
                <a:cs typeface="Arial Black"/>
              </a:rPr>
              <a:t>deacon@mpia.de</a:t>
            </a:r>
            <a:endParaRPr lang="en-US" dirty="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37774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3254</TotalTime>
  <Words>534</Words>
  <Application>Microsoft Macintosh PowerPoint</Application>
  <PresentationFormat>On-screen Show (4:3)</PresentationFormat>
  <Paragraphs>67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Comic Sans MS</vt:lpstr>
      <vt:lpstr>Office Theme</vt:lpstr>
      <vt:lpstr>How to give a good presentation</vt:lpstr>
      <vt:lpstr>What is the point of a presentation?</vt:lpstr>
      <vt:lpstr>But…..</vt:lpstr>
      <vt:lpstr>So….</vt:lpstr>
      <vt:lpstr>Penguin attacks: noisy and deadly</vt:lpstr>
      <vt:lpstr>Why should I care?</vt:lpstr>
      <vt:lpstr>Penguin attacks</vt:lpstr>
      <vt:lpstr>Penguin attacks are rare</vt:lpstr>
      <vt:lpstr>Quantifying penguin attacks</vt:lpstr>
      <vt:lpstr>Danger highest in Antarctica</vt:lpstr>
      <vt:lpstr>Attacks increasing with time</vt:lpstr>
      <vt:lpstr>What are slides for</vt:lpstr>
      <vt:lpstr>What should slides have</vt:lpstr>
      <vt:lpstr>PowerPoint Presentation</vt:lpstr>
      <vt:lpstr>What should slides have</vt:lpstr>
      <vt:lpstr>In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give a good presentation</dc:title>
  <dc:creator>Niall</dc:creator>
  <cp:lastModifiedBy>Niall Deacon</cp:lastModifiedBy>
  <cp:revision>28</cp:revision>
  <dcterms:created xsi:type="dcterms:W3CDTF">2022-08-08T08:44:27Z</dcterms:created>
  <dcterms:modified xsi:type="dcterms:W3CDTF">2025-08-07T14:42:11Z</dcterms:modified>
</cp:coreProperties>
</file>